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862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991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60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490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123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910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49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97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32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877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6495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119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0788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117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159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057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BB8DF-F762-4931-8277-2F50EF193AC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58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E1803-7088-B251-FB04-9F2DF63EE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4763" y="262891"/>
            <a:ext cx="10029507" cy="1432560"/>
          </a:xfrm>
        </p:spPr>
        <p:txBody>
          <a:bodyPr/>
          <a:lstStyle/>
          <a:p>
            <a:r>
              <a:rPr lang="en-US" dirty="0"/>
              <a:t>           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COLLEGE / INSTITUTE NAME ]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445B7-6F8A-E7A4-6519-2FB997525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3433" y="2171700"/>
            <a:ext cx="8915399" cy="429767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PROJECT TITLE 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                                  Presented By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Guide Name, Qualification ]              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Student Name (Roll No) ]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Guide Designation, Department ] 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2933" y="648061"/>
            <a:ext cx="1432560" cy="1432560"/>
          </a:xfrm>
          <a:prstGeom prst="rect">
            <a:avLst/>
          </a:prstGeom>
          <a:solidFill>
            <a:srgbClr val="E8E8E8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latin typeface="Times New Roman"/>
              </a:rPr>
              <a:t>[College Logo]</a:t>
            </a:r>
          </a:p>
        </p:txBody>
      </p:sp>
    </p:spTree>
    <p:extLst>
      <p:ext uri="{BB962C8B-B14F-4D97-AF65-F5344CB8AC3E}">
        <p14:creationId xmlns:p14="http://schemas.microsoft.com/office/powerpoint/2010/main" val="861274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D82C-0C09-0466-BEE6-59442F71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 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93698-E284-0F80-A647-7C172D5F1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about Existing System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on Proposed 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965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0A456-8838-8F43-9F70-E34A669EA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0DD3F-86A9-56D4-035C-5AFED2901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[ Reference Paper / Article Title ]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by [ Author / Journal Name ] </a:t>
            </a:r>
            <a:r>
              <a:rPr lang="en-IN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source website / DOI 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[ Reference Paper / Article Title ]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by [ Author / Journal Name ] </a:t>
            </a:r>
            <a:r>
              <a:rPr lang="en-IN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source website / DOI 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[ Reference Paper / Article Title ]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by [ Author / Journal Name ] </a:t>
            </a:r>
            <a:r>
              <a:rPr lang="en-IN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source website / DOI 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970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191E8-8FB4-119A-8F8C-1EC9AC77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B3FAE-8E42-FF9D-CFE2-B80A63362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Describe the core problem your project addresses in 3–5 sentences. Explain what is missing or inefficient in current solutions, and why it matters to the end user. 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400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39BB-2A7B-6615-B839-B06306AF0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6B42BC-5081-0B8C-7C56-2BC09248A4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3668468"/>
            <a:ext cx="53091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90704-2CF4-69BA-DE5C-F5B5C22B9940}"/>
              </a:ext>
            </a:extLst>
          </p:cNvPr>
          <p:cNvSpPr txBox="1"/>
          <p:nvPr/>
        </p:nvSpPr>
        <p:spPr>
          <a:xfrm>
            <a:off x="2667785" y="1905000"/>
            <a:ext cx="8625055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 Summarize your project in 4–6 sentences: what the project does, the approach / technology used, and the expected outcome or benefit. ]</a:t>
            </a:r>
          </a:p>
        </p:txBody>
      </p:sp>
    </p:spTree>
    <p:extLst>
      <p:ext uri="{BB962C8B-B14F-4D97-AF65-F5344CB8AC3E}">
        <p14:creationId xmlns:p14="http://schemas.microsoft.com/office/powerpoint/2010/main" val="263902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684D-38AC-98B6-FA1B-0A851B51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ABOUT EXISTING SYSTEM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BD62-782B-0806-20C7-94994D713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Describe one existing system / application related to your project 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Feature it offers 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Feature it offers 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Feature it offers 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Limitation of the existing system 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893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16789-A1E3-51FA-5184-4F249EC34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ABOUT PROPOSED SYSTEM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ED562-DEF8-9C30-5A1C-A9650BC98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Key feature / module of your proposed system 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Key feature / module of your proposed system 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Key feature / module of your proposed system 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Key feature / module of your proposed system 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Key feature / module of your proposed system 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676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1268730"/>
            <a:ext cx="5875020" cy="485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1">
                <a:solidFill>
                  <a:srgbClr val="1F1F1F"/>
                </a:solidFill>
                <a:latin typeface="Times New Roman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6973054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195</TotalTime>
  <Words>282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Times New Roman</vt:lpstr>
      <vt:lpstr>Wingdings</vt:lpstr>
      <vt:lpstr>Wingdings 3</vt:lpstr>
      <vt:lpstr>Wisp</vt:lpstr>
      <vt:lpstr>            [ COLLEGE / INSTITUTE NAME ]</vt:lpstr>
      <vt:lpstr> CONTENTS </vt:lpstr>
      <vt:lpstr> LITERATURE SURVEY</vt:lpstr>
      <vt:lpstr> PROBLEM STATEMENT</vt:lpstr>
      <vt:lpstr> ABSTRACT</vt:lpstr>
      <vt:lpstr> KNOWLEDGE ABOUT EXISTING SYSTEM</vt:lpstr>
      <vt:lpstr> BRIEF ABOUT PROPOSED SYSTEM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DAMMAVALAM HARSHITHA</cp:lastModifiedBy>
  <cp:revision>7</cp:revision>
  <dcterms:created xsi:type="dcterms:W3CDTF">2025-03-02T10:10:05Z</dcterms:created>
  <dcterms:modified xsi:type="dcterms:W3CDTF">2026-09-05T13:13:41Z</dcterms:modified>
</cp:coreProperties>
</file>